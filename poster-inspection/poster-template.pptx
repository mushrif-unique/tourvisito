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4158" cy="30275784"/>
  <p:notesSz cx="30275784" cy="2138415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USE THIS TEMPLATE
1. Page size is already A1 portrait (594 x 841 mm). Do NOT change it under Design &gt; Slide Size.
2. Replace every [ bracketed ] placeholder, and delete the grey instruction lines as you go.
3. Drop images into the dashed boxes with Insert &gt; Pictures. Use 300 dpi originals - a screenshot
   pasted from a phone or a compressed PNG will look blurry at this size.
4. Do not shrink any font below 18 pt. If your text does not fit, cut words - never the size.
5. Export with File &gt; Save As &gt; PDF, choosing 'Standard (publishing online and printing)'.
6. Check the PDF at 100% zoom before sending it to the printer.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84158" cy="5120640"/>
          </a:xfrm>
          <a:prstGeom prst="rect">
            <a:avLst/>
          </a:prstGeom>
          <a:solidFill>
            <a:srgbClr val="162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280160"/>
            <a:ext cx="2560320" cy="2560320"/>
          </a:xfrm>
          <a:prstGeom prst="rect">
            <a:avLst/>
          </a:prstGeom>
          <a:solidFill>
            <a:srgbClr val="16202E"/>
          </a:solidFill>
          <a:ln w="19050">
            <a:solidFill>
              <a:srgbClr val="4A566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822960" y="128016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8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000878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 Expo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000878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FC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840480" y="640080"/>
            <a:ext cx="1371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PROJECT TITLE GOES HERE — KEEP IT UNDER 12 WORDS ]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840480" y="2880360"/>
            <a:ext cx="1371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5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One-line plain-English description of what it does ]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840480" y="3611880"/>
            <a:ext cx="1371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Student Name ]   ·   [ Registration No. ]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840480" y="4114800"/>
            <a:ext cx="1371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[ Name &amp; Designation ]   |   Track: Software Application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B9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Department ], [ Faculty ], [ University ]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5669280"/>
            <a:ext cx="6213653" cy="5987288"/>
          </a:xfrm>
          <a:prstGeom prst="roundRect">
            <a:avLst>
              <a:gd name="adj" fmla="val 916"/>
            </a:avLst>
          </a:prstGeom>
          <a:solidFill>
            <a:srgbClr val="F2F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6144768"/>
            <a:ext cx="841248" cy="8412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614476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395728" y="5998464"/>
            <a:ext cx="429341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71600" y="7360920"/>
            <a:ext cx="5299253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sentences, max 80 words. Who has the problem, what does it cost them today, and why is it worth solving?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8513064"/>
            <a:ext cx="5299253" cy="273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State the real-world problem in one sentence.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Give one number that shows its scale — users affected, hours lost, rupees wasted.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Say why the current manual or ad-hoc practice is not good enough. ]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14400" y="12113768"/>
            <a:ext cx="6213653" cy="5113528"/>
          </a:xfrm>
          <a:prstGeom prst="roundRect">
            <a:avLst>
              <a:gd name="adj" fmla="val 1073"/>
            </a:avLst>
          </a:prstGeom>
          <a:solidFill>
            <a:srgbClr val="F2F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12589256"/>
            <a:ext cx="841248" cy="8412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1258925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395728" y="12442952"/>
            <a:ext cx="429341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371600" y="13805408"/>
            <a:ext cx="5299253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main objective, then 3–4 specific ones. Each must be something a visitor can verify on your screen today.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14957552"/>
            <a:ext cx="5299253" cy="185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Main: [ To design and develop a … that …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Specific objective 1 ]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Specific objective 2 ]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Specific objective 3 ]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14400" y="17684496"/>
            <a:ext cx="6213653" cy="5369560"/>
          </a:xfrm>
          <a:prstGeom prst="roundRect">
            <a:avLst>
              <a:gd name="adj" fmla="val 1022"/>
            </a:avLst>
          </a:prstGeom>
          <a:solidFill>
            <a:srgbClr val="F2F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0" y="18159984"/>
            <a:ext cx="841248" cy="8412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1815998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395728" y="18013680"/>
            <a:ext cx="429341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Systems &amp; Gap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371600" y="19376136"/>
            <a:ext cx="529925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2–3 existing tools against your work, then name the gap in one line.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20235672"/>
            <a:ext cx="5299253" cy="2406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Existing system A ] — [ what it does well / where it falls short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Existing system B ] — [ what it does well / where it falls short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[ the one thing none of them do, which your project does. ]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14400" y="23511256"/>
            <a:ext cx="6213653" cy="4286504"/>
          </a:xfrm>
          <a:prstGeom prst="roundRect">
            <a:avLst>
              <a:gd name="adj" fmla="val 1280"/>
            </a:avLst>
          </a:prstGeom>
          <a:solidFill>
            <a:srgbClr val="F2F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23986744"/>
            <a:ext cx="841248" cy="8412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2398674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2395728" y="23840440"/>
            <a:ext cx="429341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1371600" y="25202896"/>
            <a:ext cx="5299253" cy="2183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[ e.g. React, Flutter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[ e.g. Node.js, Django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[ e.g. PostgreSQL, Firebase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/ Tools: [ e.g. Docker, GitHub Actions ]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585253" y="5669280"/>
            <a:ext cx="6213653" cy="6131899"/>
          </a:xfrm>
          <a:prstGeom prst="roundRect">
            <a:avLst>
              <a:gd name="adj" fmla="val 895"/>
            </a:avLst>
          </a:prstGeom>
          <a:solidFill>
            <a:srgbClr val="F2F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2453" y="6144768"/>
            <a:ext cx="841248" cy="8412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2453" y="614476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066581" y="5998464"/>
            <a:ext cx="429341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Methodology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8042453" y="7360920"/>
            <a:ext cx="529925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SDLC model you followed, and why it suited this project.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042453" y="8220456"/>
            <a:ext cx="5299253" cy="316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[ Agile / Scrum / Iterative / Waterfall ] — chosen because [ one reason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Phases: Requirements → Design → Implementation → Testing → Deployment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 ] sprints × [ n ] weeks   ·   Tools: [ Jira / Trello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gathered from: [ n ] interviews / a survey of [ n ] users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7585253" y="12258379"/>
            <a:ext cx="6213653" cy="7687395"/>
          </a:xfrm>
          <a:prstGeom prst="roundRect">
            <a:avLst>
              <a:gd name="adj" fmla="val 883"/>
            </a:avLst>
          </a:prstGeom>
          <a:solidFill>
            <a:srgbClr val="F2F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2453" y="12733867"/>
            <a:ext cx="841248" cy="8412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2453" y="12733867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9066581" y="12587563"/>
            <a:ext cx="429341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8042453" y="13950019"/>
            <a:ext cx="5299253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visual on this poster. A visitor should understand your system from this diagram alone.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042453" y="15102163"/>
            <a:ext cx="5299253" cy="3819483"/>
          </a:xfrm>
          <a:prstGeom prst="rect">
            <a:avLst/>
          </a:prstGeom>
          <a:solidFill>
            <a:srgbClr val="FFFFFF"/>
          </a:solidFill>
          <a:ln w="22225">
            <a:solidFill>
              <a:srgbClr val="C3CBD6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8499653" y="16006064"/>
            <a:ext cx="4384853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architecture diagram here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layers, the direction of data flow,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each technology sits.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at 300 dpi (PNG or SVG).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8042453" y="19031373"/>
            <a:ext cx="52992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[ System architecture / component diagram ]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85253" y="20402973"/>
            <a:ext cx="6213653" cy="7394787"/>
          </a:xfrm>
          <a:prstGeom prst="roundRect">
            <a:avLst>
              <a:gd name="adj" fmla="val 883"/>
            </a:avLst>
          </a:prstGeom>
          <a:solidFill>
            <a:srgbClr val="F2F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42453" y="20878461"/>
            <a:ext cx="841248" cy="8412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2453" y="20878461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9066581" y="20732157"/>
            <a:ext cx="429341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3000" dirty="0"/>
          </a:p>
        </p:txBody>
      </p:sp>
      <p:sp>
        <p:nvSpPr>
          <p:cNvPr id="52" name="Text 50"/>
          <p:cNvSpPr/>
          <p:nvPr/>
        </p:nvSpPr>
        <p:spPr>
          <a:xfrm>
            <a:off x="8042453" y="22094613"/>
            <a:ext cx="529925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screens that prove your objectives — not the login page.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8042453" y="22954149"/>
            <a:ext cx="5299253" cy="3819483"/>
          </a:xfrm>
          <a:prstGeom prst="rect">
            <a:avLst/>
          </a:prstGeom>
          <a:solidFill>
            <a:srgbClr val="FFFFFF"/>
          </a:solidFill>
          <a:ln w="22225">
            <a:solidFill>
              <a:srgbClr val="C3CBD6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8499653" y="23858051"/>
            <a:ext cx="4384853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2–3 UI screenshots or a results chart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tightly so the detail survives printing.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timings or benchmarks,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belongs here too.</a:t>
            </a:r>
            <a:endParaRPr lang="en-US" sz="1900" dirty="0"/>
          </a:p>
        </p:txBody>
      </p:sp>
      <p:sp>
        <p:nvSpPr>
          <p:cNvPr id="55" name="Text 53"/>
          <p:cNvSpPr/>
          <p:nvPr/>
        </p:nvSpPr>
        <p:spPr>
          <a:xfrm>
            <a:off x="8042453" y="26883360"/>
            <a:ext cx="52992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[ Key screens / performance results ]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4256106" y="5669280"/>
            <a:ext cx="6213653" cy="4746244"/>
          </a:xfrm>
          <a:prstGeom prst="roundRect">
            <a:avLst>
              <a:gd name="adj" fmla="val 1156"/>
            </a:avLst>
          </a:prstGeom>
          <a:solidFill>
            <a:srgbClr val="F2F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4713306" y="6144768"/>
            <a:ext cx="841248" cy="8412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713306" y="614476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800" dirty="0"/>
          </a:p>
        </p:txBody>
      </p:sp>
      <p:sp>
        <p:nvSpPr>
          <p:cNvPr id="59" name="Text 57"/>
          <p:cNvSpPr/>
          <p:nvPr/>
        </p:nvSpPr>
        <p:spPr>
          <a:xfrm>
            <a:off x="15737434" y="5998464"/>
            <a:ext cx="429341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60" name="Text 58"/>
          <p:cNvSpPr/>
          <p:nvPr/>
        </p:nvSpPr>
        <p:spPr>
          <a:xfrm>
            <a:off x="14713306" y="7360920"/>
            <a:ext cx="5299253" cy="2643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Feature 1 — phrase it as what the user can now do.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Feature 2 ]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Feature 3 ]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Feature 4 ]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14256106" y="10872724"/>
            <a:ext cx="6213653" cy="5829300"/>
          </a:xfrm>
          <a:prstGeom prst="roundRect">
            <a:avLst>
              <a:gd name="adj" fmla="val 941"/>
            </a:avLst>
          </a:prstGeom>
          <a:solidFill>
            <a:srgbClr val="F2F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4713306" y="11348212"/>
            <a:ext cx="841248" cy="8412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713306" y="1134821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800" dirty="0"/>
          </a:p>
        </p:txBody>
      </p:sp>
      <p:sp>
        <p:nvSpPr>
          <p:cNvPr id="64" name="Text 62"/>
          <p:cNvSpPr/>
          <p:nvPr/>
        </p:nvSpPr>
        <p:spPr>
          <a:xfrm>
            <a:off x="15737434" y="11201908"/>
            <a:ext cx="429341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Testing</a:t>
            </a:r>
            <a:endParaRPr lang="en-US" sz="3000" dirty="0"/>
          </a:p>
        </p:txBody>
      </p:sp>
      <p:sp>
        <p:nvSpPr>
          <p:cNvPr id="65" name="Text 63"/>
          <p:cNvSpPr/>
          <p:nvPr/>
        </p:nvSpPr>
        <p:spPr>
          <a:xfrm>
            <a:off x="14713306" y="12564364"/>
            <a:ext cx="529925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built it, and how you know it works. Numbers beat adjectives.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4713306" y="13423900"/>
            <a:ext cx="5299253" cy="2866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[ n ] unit, [ n ] integration, [ n ] UAT cases — [ coverage %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[ n ] commits, [ n ] branches, [ repo link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The hardest technical problem you solved, in one line. ]</a:t>
            </a:r>
            <a:endParaRPr lang="en-US" sz="2000" dirty="0"/>
          </a:p>
        </p:txBody>
      </p:sp>
      <p:sp>
        <p:nvSpPr>
          <p:cNvPr id="67" name="Shape 65"/>
          <p:cNvSpPr/>
          <p:nvPr/>
        </p:nvSpPr>
        <p:spPr>
          <a:xfrm>
            <a:off x="14256106" y="17159224"/>
            <a:ext cx="6213653" cy="5211572"/>
          </a:xfrm>
          <a:prstGeom prst="roundRect">
            <a:avLst>
              <a:gd name="adj" fmla="val 1053"/>
            </a:avLst>
          </a:prstGeom>
          <a:solidFill>
            <a:srgbClr val="F2F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4713306" y="17634712"/>
            <a:ext cx="841248" cy="8412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4713306" y="1763471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70" name="Text 68"/>
          <p:cNvSpPr/>
          <p:nvPr/>
        </p:nvSpPr>
        <p:spPr>
          <a:xfrm>
            <a:off x="15737434" y="17488408"/>
            <a:ext cx="429341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3000" dirty="0"/>
          </a:p>
        </p:txBody>
      </p:sp>
      <p:sp>
        <p:nvSpPr>
          <p:cNvPr id="71" name="Text 69"/>
          <p:cNvSpPr/>
          <p:nvPr/>
        </p:nvSpPr>
        <p:spPr>
          <a:xfrm>
            <a:off x="14713306" y="18850864"/>
            <a:ext cx="52992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that someone other than you has used it.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14713306" y="19417792"/>
            <a:ext cx="5299253" cy="2541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[ n ] users over [ n ] days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Metric, e.g. SUS score / task completion rate ]: [ value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feedback: [ what users actually said ]</a:t>
            </a:r>
            <a:endParaRPr lang="en-US" sz="2000" dirty="0"/>
          </a:p>
        </p:txBody>
      </p:sp>
      <p:sp>
        <p:nvSpPr>
          <p:cNvPr id="73" name="Shape 71"/>
          <p:cNvSpPr/>
          <p:nvPr/>
        </p:nvSpPr>
        <p:spPr>
          <a:xfrm>
            <a:off x="14256106" y="22827996"/>
            <a:ext cx="6213653" cy="4969764"/>
          </a:xfrm>
          <a:prstGeom prst="roundRect">
            <a:avLst>
              <a:gd name="adj" fmla="val 1104"/>
            </a:avLst>
          </a:prstGeom>
          <a:solidFill>
            <a:srgbClr val="F2F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4713306" y="23303484"/>
            <a:ext cx="841248" cy="8412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4713306" y="2330348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76" name="Text 74"/>
          <p:cNvSpPr/>
          <p:nvPr/>
        </p:nvSpPr>
        <p:spPr>
          <a:xfrm>
            <a:off x="15737434" y="23157180"/>
            <a:ext cx="429341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77" name="Text 75"/>
          <p:cNvSpPr/>
          <p:nvPr/>
        </p:nvSpPr>
        <p:spPr>
          <a:xfrm>
            <a:off x="14713306" y="24519636"/>
            <a:ext cx="5299253" cy="2866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you achieved, in one sentence tied to your main objective.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The single biggest limitation — being honest here earns marks. ]</a:t>
            </a:r>
            <a:endParaRPr lang="en-US" sz="2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[ the one improvement you would build with more time. ]</a:t>
            </a:r>
            <a:endParaRPr lang="en-US" sz="2000" dirty="0"/>
          </a:p>
        </p:txBody>
      </p:sp>
      <p:sp>
        <p:nvSpPr>
          <p:cNvPr id="78" name="Shape 76"/>
          <p:cNvSpPr/>
          <p:nvPr/>
        </p:nvSpPr>
        <p:spPr>
          <a:xfrm>
            <a:off x="914400" y="27980640"/>
            <a:ext cx="19555358" cy="1828800"/>
          </a:xfrm>
          <a:prstGeom prst="roundRect">
            <a:avLst>
              <a:gd name="adj" fmla="val 3000"/>
            </a:avLst>
          </a:prstGeom>
          <a:solidFill>
            <a:srgbClr val="F2F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371600" y="28200096"/>
            <a:ext cx="135203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900" dirty="0"/>
          </a:p>
        </p:txBody>
      </p:sp>
      <p:sp>
        <p:nvSpPr>
          <p:cNvPr id="80" name="Text 78"/>
          <p:cNvSpPr/>
          <p:nvPr/>
        </p:nvSpPr>
        <p:spPr>
          <a:xfrm>
            <a:off x="1371600" y="28620720"/>
            <a:ext cx="135203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Author, A. (Year). Title of the paper. Journal / Conference, vol(issue), pp–pp.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Author, B. (Year). Title of the source. Publisher / URL.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Keep this to 3–5 sources — only the ones you actually cite on this poster.</a:t>
            </a:r>
            <a:endParaRPr lang="en-US" sz="1500" dirty="0"/>
          </a:p>
        </p:txBody>
      </p:sp>
      <p:sp>
        <p:nvSpPr>
          <p:cNvPr id="81" name="Shape 79"/>
          <p:cNvSpPr/>
          <p:nvPr/>
        </p:nvSpPr>
        <p:spPr>
          <a:xfrm>
            <a:off x="15074798" y="28254960"/>
            <a:ext cx="12801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3CBD6"/>
            </a:solidFill>
            <a:prstDash val="dash"/>
          </a:ln>
        </p:spPr>
      </p:sp>
      <p:sp>
        <p:nvSpPr>
          <p:cNvPr id="82" name="Text 80"/>
          <p:cNvSpPr/>
          <p:nvPr/>
        </p:nvSpPr>
        <p:spPr>
          <a:xfrm>
            <a:off x="15074798" y="282549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500" dirty="0"/>
          </a:p>
        </p:txBody>
      </p:sp>
      <p:sp>
        <p:nvSpPr>
          <p:cNvPr id="83" name="Text 81"/>
          <p:cNvSpPr/>
          <p:nvPr/>
        </p:nvSpPr>
        <p:spPr>
          <a:xfrm>
            <a:off x="16583558" y="282915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/ source code</a:t>
            </a:r>
            <a:endParaRPr lang="en-US" sz="1700" dirty="0"/>
          </a:p>
        </p:txBody>
      </p:sp>
      <p:sp>
        <p:nvSpPr>
          <p:cNvPr id="84" name="Text 82"/>
          <p:cNvSpPr/>
          <p:nvPr/>
        </p:nvSpPr>
        <p:spPr>
          <a:xfrm>
            <a:off x="16583558" y="287304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your.email@university.lk ]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github.com/yourname/project 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2026-08-15T05:52:03Z</dcterms:created>
  <dcterms:modified xsi:type="dcterms:W3CDTF">2026-08-15T05:52:03Z</dcterms:modified>
</cp:coreProperties>
</file>